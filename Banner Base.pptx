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3600" cy="43192700"/>
  <p:notesSz cx="6858000" cy="9144000"/>
  <p:embeddedFontLst>
    <p:embeddedFont>
      <p:font typeface="Montserrat" pitchFamily="2" charset="0"/>
      <p:regular r:id="rId4"/>
      <p:bold r:id="rId5"/>
      <p:italic r:id="rId6"/>
      <p:boldItalic r:id="rId7"/>
    </p:embeddedFont>
    <p:embeddedFont>
      <p:font typeface="Open Sans" panose="020B0606030504020204" pitchFamily="34" charset="0"/>
      <p:bold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j2jO6xQ7XmKYy2cBhKEh7wh4iO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 /><Relationship Id="rId13" Type="http://customschemas.google.com/relationships/presentationmetadata" Target="metadata" /><Relationship Id="rId3" Type="http://schemas.openxmlformats.org/officeDocument/2006/relationships/notesMaster" Target="notesMasters/notesMaster1.xml" /><Relationship Id="rId7" Type="http://schemas.openxmlformats.org/officeDocument/2006/relationships/font" Target="fonts/font4.fntdata" /><Relationship Id="rId17" Type="http://schemas.openxmlformats.org/officeDocument/2006/relationships/tableStyles" Target="tableStyles.xml" /><Relationship Id="rId2" Type="http://schemas.openxmlformats.org/officeDocument/2006/relationships/slide" Target="slides/slide1.xml" /><Relationship Id="rId1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font" Target="fonts/font3.fntdata" /><Relationship Id="rId5" Type="http://schemas.openxmlformats.org/officeDocument/2006/relationships/font" Target="fonts/font2.fntdata" /><Relationship Id="rId15" Type="http://schemas.openxmlformats.org/officeDocument/2006/relationships/viewProps" Target="viewProps.xml" /><Relationship Id="rId4" Type="http://schemas.openxmlformats.org/officeDocument/2006/relationships/font" Target="fonts/font1.fntdata" /><Relationship Id="rId9" Type="http://schemas.openxmlformats.org/officeDocument/2006/relationships/font" Target="fonts/font6.fntdata" /><Relationship Id="rId14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 /><Relationship Id="rId7" Type="http://schemas.openxmlformats.org/officeDocument/2006/relationships/image" Target="../media/image5.png" /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4.png" /><Relationship Id="rId5" Type="http://schemas.openxmlformats.org/officeDocument/2006/relationships/image" Target="../media/image3.png" /><Relationship Id="rId4" Type="http://schemas.openxmlformats.org/officeDocument/2006/relationships/image" Target="../media/image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D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 rot="5400000">
            <a:off x="1140039" y="14212853"/>
            <a:ext cx="37944963" cy="17374959"/>
          </a:xfrm>
          <a:custGeom>
            <a:avLst/>
            <a:gdLst/>
            <a:ahLst/>
            <a:cxnLst/>
            <a:rect l="l" t="t" r="r" b="b"/>
            <a:pathLst>
              <a:path w="37944963" h="17374959" extrusionOk="0">
                <a:moveTo>
                  <a:pt x="0" y="0"/>
                </a:moveTo>
                <a:lnTo>
                  <a:pt x="37944963" y="0"/>
                </a:lnTo>
                <a:lnTo>
                  <a:pt x="37944963" y="17374959"/>
                </a:lnTo>
                <a:lnTo>
                  <a:pt x="0" y="173749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8383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20333251" y="40653150"/>
            <a:ext cx="4806554" cy="1219663"/>
          </a:xfrm>
          <a:custGeom>
            <a:avLst/>
            <a:gdLst/>
            <a:ahLst/>
            <a:cxnLst/>
            <a:rect l="l" t="t" r="r" b="b"/>
            <a:pathLst>
              <a:path w="4806554" h="1219663" extrusionOk="0">
                <a:moveTo>
                  <a:pt x="0" y="0"/>
                </a:moveTo>
                <a:lnTo>
                  <a:pt x="4806554" y="0"/>
                </a:lnTo>
                <a:lnTo>
                  <a:pt x="4806554" y="1219664"/>
                </a:lnTo>
                <a:lnTo>
                  <a:pt x="0" y="12196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p1"/>
          <p:cNvSpPr/>
          <p:nvPr/>
        </p:nvSpPr>
        <p:spPr>
          <a:xfrm>
            <a:off x="25659832" y="40013768"/>
            <a:ext cx="2331941" cy="2210428"/>
          </a:xfrm>
          <a:custGeom>
            <a:avLst/>
            <a:gdLst/>
            <a:ahLst/>
            <a:cxnLst/>
            <a:rect l="l" t="t" r="r" b="b"/>
            <a:pathLst>
              <a:path w="2331941" h="2210428" extrusionOk="0">
                <a:moveTo>
                  <a:pt x="0" y="0"/>
                </a:moveTo>
                <a:lnTo>
                  <a:pt x="2331941" y="0"/>
                </a:lnTo>
                <a:lnTo>
                  <a:pt x="2331941" y="2210428"/>
                </a:lnTo>
                <a:lnTo>
                  <a:pt x="0" y="22104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l="-33320" r="-54145"/>
            </a:stretch>
          </a:blipFill>
          <a:ln>
            <a:noFill/>
          </a:ln>
        </p:spPr>
      </p:sp>
      <p:sp>
        <p:nvSpPr>
          <p:cNvPr id="87" name="Google Shape;87;p1"/>
          <p:cNvSpPr/>
          <p:nvPr/>
        </p:nvSpPr>
        <p:spPr>
          <a:xfrm>
            <a:off x="5521550" y="1517443"/>
            <a:ext cx="8035511" cy="2234772"/>
          </a:xfrm>
          <a:custGeom>
            <a:avLst/>
            <a:gdLst/>
            <a:ahLst/>
            <a:cxnLst/>
            <a:rect l="l" t="t" r="r" b="b"/>
            <a:pathLst>
              <a:path w="8035511" h="2234772" extrusionOk="0">
                <a:moveTo>
                  <a:pt x="0" y="0"/>
                </a:moveTo>
                <a:lnTo>
                  <a:pt x="8035511" y="0"/>
                </a:lnTo>
                <a:lnTo>
                  <a:pt x="8035511" y="2234773"/>
                </a:lnTo>
                <a:lnTo>
                  <a:pt x="0" y="223477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t="-836" b="-20268"/>
            </a:stretch>
          </a:blipFill>
          <a:ln>
            <a:noFill/>
          </a:ln>
        </p:spPr>
      </p:sp>
      <p:sp>
        <p:nvSpPr>
          <p:cNvPr id="88" name="Google Shape;88;p1"/>
          <p:cNvSpPr/>
          <p:nvPr/>
        </p:nvSpPr>
        <p:spPr>
          <a:xfrm rot="-1047993">
            <a:off x="1891354" y="1260574"/>
            <a:ext cx="910048" cy="4294742"/>
          </a:xfrm>
          <a:custGeom>
            <a:avLst/>
            <a:gdLst/>
            <a:ahLst/>
            <a:cxnLst/>
            <a:rect l="l" t="t" r="r" b="b"/>
            <a:pathLst>
              <a:path w="910048" h="4294742" extrusionOk="0">
                <a:moveTo>
                  <a:pt x="0" y="0"/>
                </a:moveTo>
                <a:lnTo>
                  <a:pt x="910048" y="0"/>
                </a:lnTo>
                <a:lnTo>
                  <a:pt x="910048" y="4294743"/>
                </a:lnTo>
                <a:lnTo>
                  <a:pt x="0" y="429474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l="-725101" t="-51183" r="-1718133" b="-30390"/>
            </a:stretch>
          </a:blipFill>
          <a:ln>
            <a:noFill/>
          </a:ln>
        </p:spPr>
      </p:sp>
      <p:sp>
        <p:nvSpPr>
          <p:cNvPr id="89" name="Google Shape;89;p1"/>
          <p:cNvSpPr/>
          <p:nvPr/>
        </p:nvSpPr>
        <p:spPr>
          <a:xfrm rot="419970">
            <a:off x="2346378" y="1300020"/>
            <a:ext cx="910048" cy="4294742"/>
          </a:xfrm>
          <a:custGeom>
            <a:avLst/>
            <a:gdLst/>
            <a:ahLst/>
            <a:cxnLst/>
            <a:rect l="l" t="t" r="r" b="b"/>
            <a:pathLst>
              <a:path w="910048" h="4294742" extrusionOk="0">
                <a:moveTo>
                  <a:pt x="0" y="0"/>
                </a:moveTo>
                <a:lnTo>
                  <a:pt x="910048" y="0"/>
                </a:lnTo>
                <a:lnTo>
                  <a:pt x="910048" y="4294742"/>
                </a:lnTo>
                <a:lnTo>
                  <a:pt x="0" y="42947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l="-725101" t="-51183" r="-1718133" b="-30390"/>
            </a:stretch>
          </a:blipFill>
          <a:ln>
            <a:noFill/>
          </a:ln>
        </p:spPr>
      </p:sp>
      <p:sp>
        <p:nvSpPr>
          <p:cNvPr id="90" name="Google Shape;90;p1"/>
          <p:cNvSpPr/>
          <p:nvPr/>
        </p:nvSpPr>
        <p:spPr>
          <a:xfrm>
            <a:off x="3514715" y="1339466"/>
            <a:ext cx="910048" cy="4294742"/>
          </a:xfrm>
          <a:custGeom>
            <a:avLst/>
            <a:gdLst/>
            <a:ahLst/>
            <a:cxnLst/>
            <a:rect l="l" t="t" r="r" b="b"/>
            <a:pathLst>
              <a:path w="910048" h="4294742" extrusionOk="0">
                <a:moveTo>
                  <a:pt x="0" y="0"/>
                </a:moveTo>
                <a:lnTo>
                  <a:pt x="910048" y="0"/>
                </a:lnTo>
                <a:lnTo>
                  <a:pt x="910048" y="4294742"/>
                </a:lnTo>
                <a:lnTo>
                  <a:pt x="0" y="42947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l="-725101" t="-51183" r="-1718133" b="-30390"/>
            </a:stretch>
          </a:blipFill>
          <a:ln>
            <a:noFill/>
          </a:ln>
        </p:spPr>
      </p:sp>
      <p:sp>
        <p:nvSpPr>
          <p:cNvPr id="91" name="Google Shape;91;p1"/>
          <p:cNvSpPr/>
          <p:nvPr/>
        </p:nvSpPr>
        <p:spPr>
          <a:xfrm>
            <a:off x="4518133" y="1300020"/>
            <a:ext cx="910048" cy="4294742"/>
          </a:xfrm>
          <a:custGeom>
            <a:avLst/>
            <a:gdLst/>
            <a:ahLst/>
            <a:cxnLst/>
            <a:rect l="l" t="t" r="r" b="b"/>
            <a:pathLst>
              <a:path w="910048" h="4294742" extrusionOk="0">
                <a:moveTo>
                  <a:pt x="0" y="0"/>
                </a:moveTo>
                <a:lnTo>
                  <a:pt x="910047" y="0"/>
                </a:lnTo>
                <a:lnTo>
                  <a:pt x="910047" y="4294742"/>
                </a:lnTo>
                <a:lnTo>
                  <a:pt x="0" y="42947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l="-725101" t="-51183" r="-1718133" b="-30390"/>
            </a:stretch>
          </a:blipFill>
          <a:ln>
            <a:noFill/>
          </a:ln>
        </p:spPr>
      </p:sp>
      <p:sp>
        <p:nvSpPr>
          <p:cNvPr id="92" name="Google Shape;92;p1"/>
          <p:cNvSpPr txBox="1"/>
          <p:nvPr/>
        </p:nvSpPr>
        <p:spPr>
          <a:xfrm>
            <a:off x="4773325" y="3324912"/>
            <a:ext cx="82464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416" b="0" i="0" u="none" strike="noStrike" cap="none">
                <a:solidFill>
                  <a:srgbClr val="6DB3CF"/>
                </a:solidFill>
                <a:latin typeface="Arial"/>
                <a:ea typeface="Arial"/>
                <a:cs typeface="Arial"/>
                <a:sym typeface="Arial"/>
              </a:rPr>
              <a:t>ESTÁCIO</a:t>
            </a:r>
            <a:endParaRPr sz="8416">
              <a:solidFill>
                <a:srgbClr val="6DB3CF"/>
              </a:solidFill>
            </a:endParaRPr>
          </a:p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416" b="0" i="0" u="none" strike="noStrike" cap="none">
                <a:solidFill>
                  <a:srgbClr val="6DB3CF"/>
                </a:solidFill>
                <a:latin typeface="Arial"/>
                <a:ea typeface="Arial"/>
                <a:cs typeface="Arial"/>
                <a:sym typeface="Arial"/>
              </a:rPr>
              <a:t>RECIFE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5794836" y="7476685"/>
            <a:ext cx="16941600" cy="369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718" b="1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571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PROFESSORA</a:t>
            </a:r>
            <a:r>
              <a:rPr lang="en-US" sz="571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5718">
                <a:latin typeface="Open Sans"/>
                <a:ea typeface="Open Sans"/>
                <a:cs typeface="Open Sans"/>
                <a:sym typeface="Open Sans"/>
              </a:rPr>
              <a:t>MARIA RENAY BARBOSA DA SILVA</a:t>
            </a:r>
            <a:endParaRPr/>
          </a:p>
          <a:p>
            <a:pPr marL="0" marR="0" lvl="0" indent="0" algn="ctr" rtl="0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718" b="1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DISCIPLINA :</a:t>
            </a:r>
            <a:r>
              <a:rPr lang="en-US" sz="5718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TÓPICOS DE BIG DATA EM PYTHON</a:t>
            </a:r>
            <a:endParaRPr sz="5718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718" b="1" dirty="0">
                <a:latin typeface="Open Sans"/>
                <a:ea typeface="Open Sans"/>
                <a:cs typeface="Open Sans"/>
                <a:sym typeface="Open Sans"/>
              </a:rPr>
              <a:t>TEMA:</a:t>
            </a:r>
            <a:r>
              <a:rPr lang="en-US" sz="5718" dirty="0">
                <a:latin typeface="Open Sans"/>
                <a:ea typeface="Open Sans"/>
                <a:cs typeface="Open Sans"/>
                <a:sym typeface="Open Sans"/>
              </a:rPr>
              <a:t> VENDAS DE JOGOS</a:t>
            </a:r>
            <a:endParaRPr sz="5718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2088089" y="13899526"/>
            <a:ext cx="7201200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1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2346378" y="20722685"/>
            <a:ext cx="7201200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18" b="1">
                <a:latin typeface="Open Sans"/>
                <a:ea typeface="Open Sans"/>
                <a:cs typeface="Open Sans"/>
                <a:sym typeface="Open Sans"/>
              </a:rPr>
              <a:t>OBJETIVO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2880000" y="27296094"/>
            <a:ext cx="7201200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18" b="1">
                <a:latin typeface="Open Sans"/>
                <a:ea typeface="Open Sans"/>
                <a:cs typeface="Open Sans"/>
                <a:sym typeface="Open Sans"/>
              </a:rPr>
              <a:t>RESULTADO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14265682" y="13811658"/>
            <a:ext cx="7201200" cy="25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1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EXTENSÃO REALIZADA</a:t>
            </a:r>
            <a:endParaRPr/>
          </a:p>
        </p:txBody>
      </p:sp>
      <p:sp>
        <p:nvSpPr>
          <p:cNvPr id="98" name="Google Shape;98;p1"/>
          <p:cNvSpPr txBox="1"/>
          <p:nvPr/>
        </p:nvSpPr>
        <p:spPr>
          <a:xfrm>
            <a:off x="14978549" y="23308499"/>
            <a:ext cx="7201200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18" b="1">
                <a:latin typeface="Open Sans"/>
                <a:ea typeface="Open Sans"/>
                <a:cs typeface="Open Sans"/>
                <a:sym typeface="Open Sans"/>
              </a:rPr>
              <a:t>METODOLOGIA</a:t>
            </a:r>
            <a:endParaRPr/>
          </a:p>
        </p:txBody>
      </p:sp>
      <p:sp>
        <p:nvSpPr>
          <p:cNvPr id="99" name="Google Shape;99;p1"/>
          <p:cNvSpPr/>
          <p:nvPr/>
        </p:nvSpPr>
        <p:spPr>
          <a:xfrm>
            <a:off x="17872962" y="-10390392"/>
            <a:ext cx="27058190" cy="27016626"/>
          </a:xfrm>
          <a:custGeom>
            <a:avLst/>
            <a:gdLst/>
            <a:ahLst/>
            <a:cxnLst/>
            <a:rect l="l" t="t" r="r" b="b"/>
            <a:pathLst>
              <a:path w="27058190" h="27016626" extrusionOk="0">
                <a:moveTo>
                  <a:pt x="0" y="0"/>
                </a:moveTo>
                <a:lnTo>
                  <a:pt x="27058191" y="0"/>
                </a:lnTo>
                <a:lnTo>
                  <a:pt x="27058191" y="27016626"/>
                </a:lnTo>
                <a:lnTo>
                  <a:pt x="0" y="27016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 amt="16000"/>
            </a:blip>
            <a:stretch>
              <a:fillRect/>
            </a:stretch>
          </a:blipFill>
          <a:ln>
            <a:noFill/>
          </a:ln>
        </p:spPr>
      </p:sp>
      <p:sp>
        <p:nvSpPr>
          <p:cNvPr id="100" name="Google Shape;100;p1"/>
          <p:cNvSpPr txBox="1"/>
          <p:nvPr/>
        </p:nvSpPr>
        <p:spPr>
          <a:xfrm>
            <a:off x="1322717" y="15574308"/>
            <a:ext cx="9248700" cy="25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Realizamos um projeto de pesquisa e análise de um banco de dados, em que o tema escolhido foi a venda de jogos.</a:t>
            </a:r>
            <a:endParaRPr sz="4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1267803" y="22346884"/>
            <a:ext cx="11644800" cy="31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4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Ajudar desenvolvedores de jogos a compreenderem e descobrir quais são os gêneros de jogos com maior popularidade e capacidade de vendas mundialmente.</a:t>
            </a:r>
            <a:endParaRPr sz="3999"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99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966602" y="28901913"/>
            <a:ext cx="13433400" cy="18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 a análise do bancos de dados descobrimos que os gênero de jogos mais vendidos são: ação, esportes, tiro, rpg e plataforma.</a:t>
            </a:r>
            <a:endParaRPr sz="40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13356875" y="16886950"/>
            <a:ext cx="11782800" cy="50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29">
                <a:latin typeface="Montserrat"/>
                <a:ea typeface="Montserrat"/>
                <a:cs typeface="Montserrat"/>
                <a:sym typeface="Montserrat"/>
              </a:rPr>
              <a:t>Criamos uma interface gráfica usando a biblioteca tkinter do python, usamos a biblioteca matplotlib para criação dos gráfico, e pandas para filtrar o banco de dados.</a:t>
            </a:r>
            <a:endParaRPr/>
          </a:p>
          <a:p>
            <a:pPr marL="0" marR="0" lvl="0" indent="0" algn="ctr" rtl="0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129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13703678" y="24966847"/>
            <a:ext cx="14473200" cy="31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Foi realizada uma pesquisa no site Kaggle, onde encontramos a base de dados para a pesquisa. E através dela criamos uma interface simples para trazer um melhor visualização dos resultados obtidos.</a:t>
            </a:r>
            <a:endParaRPr sz="4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Personalizar</PresentationFormat>
  <Slides>1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Samuel Victor</cp:lastModifiedBy>
  <cp:revision>2</cp:revision>
  <dcterms:created xsi:type="dcterms:W3CDTF">2006-08-16T00:00:00Z</dcterms:created>
  <dcterms:modified xsi:type="dcterms:W3CDTF">2025-11-11T17:21:00Z</dcterms:modified>
</cp:coreProperties>
</file>